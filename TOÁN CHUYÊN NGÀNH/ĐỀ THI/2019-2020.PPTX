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76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193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246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4495800"/>
            <a:ext cx="91440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0"/>
            <a:ext cx="9144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74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34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2006-08-16T00:00:00Z</dcterms:created>
  <dcterms:modified xsi:type="dcterms:W3CDTF">2020-10-09T06:33:30Z</dcterms:modified>
</cp:coreProperties>
</file>